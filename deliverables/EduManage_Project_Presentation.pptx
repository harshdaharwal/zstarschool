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283149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5120640"/>
            <a:ext cx="11155680" cy="1463040"/>
          </a:xfrm>
          <a:prstGeom prst="rect">
            <a:avLst/>
          </a:prstGeom>
          <a:solidFill>
            <a:srgbClr val="FFFFFF">
              <a:lumMod val="85000"/>
              <a:lumOff val="15000"/>
            </a:srgb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/>
              <a:t>EduManage</a:t>
            </a:r>
          </a:p>
          <a:p>
            <a:pPr>
              <a:defRPr sz="1800"/>
            </a:pPr>
            <a:r>
              <a:t>School &amp; Institute Management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Overview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 unified platform for daily school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6692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Student &amp; teacher records</a:t>
            </a:r>
          </a:p>
          <a:p>
            <a:pPr>
              <a:defRPr sz="1800"/>
            </a:pPr>
            <a:r>
              <a:t>Classes, schedules, and timetables</a:t>
            </a:r>
          </a:p>
          <a:p>
            <a:pPr>
              <a:defRPr sz="1800"/>
            </a:pPr>
            <a:r>
              <a:t>Attendance (students &amp; teachers)</a:t>
            </a:r>
          </a:p>
          <a:p>
            <a:pPr>
              <a:defRPr sz="1800"/>
            </a:pPr>
            <a:r>
              <a:t>Fees, exams, marks &amp; report cards</a:t>
            </a:r>
          </a:p>
          <a:p>
            <a:pPr>
              <a:defRPr sz="1800"/>
            </a:pPr>
            <a:r>
              <a:t>Announcements + parent alerts (demo)</a:t>
            </a:r>
          </a:p>
          <a:p>
            <a:pPr>
              <a:defRPr sz="1800"/>
            </a:pPr>
            <a:r>
              <a:t>Dashboard analytics + offline sync</a:t>
            </a:r>
          </a:p>
        </p:txBody>
      </p:sp>
      <p:pic>
        <p:nvPicPr>
          <p:cNvPr id="4" name="Picture 3" descr="Screenshot (39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63040"/>
            <a:ext cx="512064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Key Modules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Admin + teacher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Dashboard &amp; analytics</a:t>
            </a:r>
          </a:p>
          <a:p>
            <a:pPr>
              <a:defRPr sz="1800"/>
            </a:pPr>
            <a:r>
              <a:t>Students / Teachers / Classes</a:t>
            </a:r>
          </a:p>
          <a:p>
            <a:pPr>
              <a:defRPr sz="1800"/>
            </a:pPr>
            <a:r>
              <a:t>Attendance and summaries</a:t>
            </a:r>
          </a:p>
          <a:p>
            <a:pPr>
              <a:defRPr sz="1800"/>
            </a:pPr>
            <a:r>
              <a:t>Fees and class fee settings</a:t>
            </a:r>
          </a:p>
          <a:p>
            <a:pPr>
              <a:defRPr sz="1800"/>
            </a:pPr>
            <a:r>
              <a:t>Exams, marks, results, exports (CSV/PDF/ZIP)</a:t>
            </a:r>
          </a:p>
          <a:p>
            <a:pPr>
              <a:defRPr sz="1800"/>
            </a:pPr>
            <a:r>
              <a:t>Timetables and schedules</a:t>
            </a:r>
          </a:p>
          <a:p>
            <a:pPr>
              <a:defRPr sz="1800"/>
            </a:pPr>
            <a:r>
              <a:t>Announcements (school-wide + class)</a:t>
            </a:r>
          </a:p>
          <a:p>
            <a:pPr>
              <a:defRPr sz="1800"/>
            </a:pPr>
            <a:r>
              <a:t>Salary management</a:t>
            </a:r>
          </a:p>
          <a:p>
            <a:pPr>
              <a:defRPr sz="1800"/>
            </a:pPr>
            <a:r>
              <a:t>Settings: audit log, data snapshot, WhatsApp queue (demo)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Login &amp; Role-Based Access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39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Dashboard &amp; Analytics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Student Management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Teacher Management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Classes &amp; Schedule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Attendance / Results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/>
              <a:t>Settings / Announcements</a:t>
            </a:r>
          </a:p>
          <a:p>
            <a:pPr>
              <a:defRPr sz="1800">
                <a:solidFill>
                  <a:srgbClr val="505050"/>
                </a:solidFill>
              </a:defRPr>
            </a:pPr>
            <a:r>
              <a:t>Screens from the EduManage project</a:t>
            </a:r>
          </a:p>
        </p:txBody>
      </p:sp>
      <p:pic>
        <p:nvPicPr>
          <p:cNvPr id="3" name="Picture 2" descr="Screenshot (4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10607040" cy="59664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4922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A5A5A"/>
                </a:solidFill>
              </a:defRPr>
            </a:pPr>
            <a:r>
              <a:t>EduManage • School Management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